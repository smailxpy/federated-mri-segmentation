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Federated Continual Learning for MRI Brain Tumor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3C3C3C"/>
                </a:solidFill>
                <a:latin typeface="Times New Roman"/>
              </a:rPr>
              <a:t>Team 314IV | Topic: #6 Federated Continual Learning for MRI Segmentation | Dec 18,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Model: SegResNet + drift-aware adapters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Federation: 4 hospitals (FedAvg)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Dataset: BraTS2021 subset (n=600)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Goal: segment brain tumor regions from 3D multi-modal MRI.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Constraint 1: hospitals cannot share raw patient data (privacy).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Constraint 2: distribution shift across hospitals and over time.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Need: federated training + continual adaptation with limited forgetting.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Dataset &amp; Federated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BraTS 2021 (subset)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600 (480 train / 60 val / 60 test)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Modalities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T1ce, T1, T2, FLAIR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224×224×144 (voxel spacing 1mm)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4630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Federated setup: 4 simulated hospitals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120 patients per hospital (training pool)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Heterogeneity: scanner/protocol variations (simulated by splits)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Method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Backbone: 3D SegResNet (residual encoder–decoder).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Client-side adaptation: drift-aware adapters (lightweight modules).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Federated aggregation: FedAvg across 4 clients.</a:t>
            </a:r>
          </a:p>
          <a:p>
            <a:pPr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Objective: improve robustness under domain shift and reduce forgetting.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Training Setup (Single RTX 5070)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NVIDIA GeForce RTX 5070 (12GB GDDR7)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200 (early stop @ 185)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Local epochs/round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LR /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0.0001 / Adam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766560" y="146304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Total training time: ~80 hours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Per round: 24 minutes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AMP: true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Checkpointing enabled (best + latest).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Results (Test Set, n=60)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82.84%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87.12%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77.18%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82.38%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77.16%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62.85%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70.12%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HD95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7.23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5.41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7.89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6.84 mm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1.94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1.32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2.21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1.82 mm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Mean Dice: 82.38% (CI95: 81.06%–83.70%)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Avg forgetting rate: 5.60%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Backward transfer: -3.10% | Forward transfer: 1.20%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Metrics: Dice, IoU, HD95, ASSD, Sensitivity, Precision, Specificity.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Training Dynamics</a:t>
            </a:r>
          </a:p>
        </p:txBody>
      </p:sp>
      <p:pic>
        <p:nvPicPr>
          <p:cNvPr id="3" name="Picture 2" descr="fig1_training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760720" cy="3627038"/>
          </a:xfrm>
          <a:prstGeom prst="rect">
            <a:avLst/>
          </a:prstGeom>
        </p:spPr>
      </p:pic>
      <p:pic>
        <p:nvPicPr>
          <p:cNvPr id="4" name="Picture 3" descr="fig2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3190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3C3C3C"/>
                </a:solidFill>
                <a:latin typeface="Times New Roman"/>
              </a:rPr>
              <a:t>Dice progression and loss convergence (early stopping at ~round 185)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Baselines &amp; Per-Class Performance</a:t>
            </a:r>
          </a:p>
        </p:txBody>
      </p:sp>
      <p:pic>
        <p:nvPicPr>
          <p:cNvPr id="3" name="Picture 2" descr="fig3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760720" cy="3426090"/>
          </a:xfrm>
          <a:prstGeom prst="rect">
            <a:avLst/>
          </a:prstGeom>
        </p:spPr>
      </p:pic>
      <p:pic>
        <p:nvPicPr>
          <p:cNvPr id="4" name="Picture 3" descr="fig4_per_class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3099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06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Gap vs centralized is expected in federated training (privacy preserved).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WT usually easiest; ET hardest due to small size and imbalance.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Generalization &amp; Continual Learning</a:t>
            </a:r>
          </a:p>
        </p:txBody>
      </p:sp>
      <p:pic>
        <p:nvPicPr>
          <p:cNvPr id="3" name="Picture 2" descr="fig5_d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760720" cy="3717911"/>
          </a:xfrm>
          <a:prstGeom prst="rect">
            <a:avLst/>
          </a:prstGeom>
        </p:spPr>
      </p:pic>
      <p:pic>
        <p:nvPicPr>
          <p:cNvPr id="4" name="Picture 3" descr="fig7_forgetting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760720" cy="30998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06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Dice distribution (n=60) shows stable performance.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Avg forgetting: 5.60% (low-to-moderate).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Qualitative Results &amp; Conclusion</a:t>
            </a:r>
          </a:p>
        </p:txBody>
      </p:sp>
      <p:pic>
        <p:nvPicPr>
          <p:cNvPr id="3" name="Picture 2" descr="fig8_segmentation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492240" cy="33382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760" y="146304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Achieved 82.38% mean Dice on BraTS2021 subset (target ≥ 70%).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Single-GPU training (RTX 5070, 12GB): ~80 hours with early stopping.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Continual learning: avg forgetting 5.60%, BWT -3.10%.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Boundary quality: mean HD95 6.84 mm, mean ASSD 1.82 mm.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Future work: uncertainty estimation, stronger ET-focused losses, real multi-institution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